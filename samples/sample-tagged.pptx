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custDataLst>
    <p:tags r:id="rId6"/>
  </p:custDataLst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Relationship Id="rId6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/>
              <a:t>Welcome</a:t>
            </a:r>
          </a:p>
        </p:txBody>
      </p:sp>
      <p:sp>
        <p:nvSpPr>
          <p:cNvPr id="3" name="Content 2"/>
          <p:cNvSpPr/>
          <p:nvPr/>
        </p:nvSpPr>
        <p:spPr>
          <a:xfrm>
            <a:off x="685800" y="1828800"/>
            <a:ext cx="7772400" cy="3429000"/>
          </a:xfrm>
        </p:spPr>
        <p:txBody>
          <a:bodyPr/>
          <a:p>
            <a:r>
              <a:rPr lang="en-US"/>
              <a:t>First slide body text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/>
              <a:t>Agenda</a:t>
            </a:r>
          </a:p>
        </p:txBody>
      </p:sp>
      <p:sp>
        <p:nvSpPr>
          <p:cNvPr id="3" name="Content 2"/>
          <p:cNvSpPr/>
          <p:nvPr/>
        </p:nvSpPr>
        <p:spPr>
          <a:xfrm>
            <a:off x="685800" y="1828800"/>
            <a:ext cx="7772400" cy="3429000"/>
          </a:xfrm>
        </p:spPr>
        <p:txBody>
          <a:bodyPr/>
          <a:p>
            <a:r>
              <a:rPr lang="en-US"/>
              <a:t>Second slide body text</a:t>
            </a:r>
          </a:p>
        </p:txBody>
      </p:sp>
    </p:spTree>
    <p:custDataLst>
      <p:tags r:id="rId2"/>
    </p:custDataLst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/>
              <a:t>Live poll</a:t>
            </a:r>
          </a:p>
        </p:txBody>
      </p:sp>
      <p:sp>
        <p:nvSpPr>
          <p:cNvPr id="3" name="Content 2"/>
          <p:cNvSpPr/>
          <p:nvPr/>
        </p:nvSpPr>
        <p:spPr>
          <a:xfrm>
            <a:off x="685800" y="1828800"/>
            <a:ext cx="7772400" cy="3429000"/>
          </a:xfrm>
        </p:spPr>
        <p:txBody>
          <a:bodyPr/>
          <a:p>
            <a:r>
              <a:rPr lang="en-US"/>
              <a:t>Third slide body text</a:t>
            </a:r>
          </a:p>
        </p:txBody>
      </p:sp>
    </p:spTree>
    <p:custDataLst>
      <p:tags r:id="rId2"/>
    </p:custDataLst>
  </p:cSld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2.0.5601"/>
  <p:tag name="SLIDO_EVENT_UUID" val="60b890ad-90e0-45ca-bf8b-e5cc66d7b4c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SLIDE_TYPE" val="agend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POLL_ID" val="p-2c91"/>
  <p:tag name="SLIDO_SLIDE_TYPE" val="pol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</a:clrScheme>
  </a:themeElements>
</a:theme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Sample presentation</dc:title>
  <dc:creator>OOXML Toolkit</dc:creator>
  <cp:keywords>kickoff; quarterly review</cp:keywords>
  <dcterms:created xsi:type="dcterms:W3CDTF">2024-01-15T10:30:00Z</dcterms:created>
  <dcterms:modified xsi:type="dcterms:W3CDTF">2024-01-15T10:30:00Z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1.12.0.5601</vt:lpwstr>
  </property>
  <property fmtid="{D5CDD505-2E9C-101B-9397-08002B2CF9AE}" pid="3" name="MSIP_Label_0f1a2b3c_Name">
    <vt:lpwstr>Internal</vt:lpwstr>
  </property>
</Properties>
</file>