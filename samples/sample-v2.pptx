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>
          <a:xfrm>
            <a:off x="685800" y="457200"/>
            <a:ext cx="7772400" cy="1143000"/>
          </a:xfrm>
        </p:spPr>
        <p:txBody>
          <a:bodyPr/>
          <a:p>
            <a:r>
              <a:rPr lang="en-US"/>
              <a:t>Welcome</a:t>
            </a:r>
          </a:p>
        </p:txBody>
      </p:sp>
      <p:sp>
        <p:nvSpPr>
          <p:cNvPr id="3" name="Content 2"/>
          <p:cNvSpPr/>
          <p:nvPr/>
        </p:nvSpPr>
        <p:spPr>
          <a:xfrm>
            <a:off x="685800" y="1828800"/>
            <a:ext cx="7772400" cy="3429000"/>
          </a:xfrm>
        </p:spPr>
        <p:txBody>
          <a:bodyPr/>
          <a:p>
            <a:r>
              <a:rPr lang="en-US"/>
              <a:t>First slide body text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>
          <a:xfrm>
            <a:off x="685800" y="457200"/>
            <a:ext cx="7772400" cy="1143000"/>
          </a:xfrm>
        </p:spPr>
        <p:txBody>
          <a:bodyPr/>
          <a:p>
            <a:r>
              <a:rPr lang="en-US"/>
              <a:t>Agenda (updated)</a:t>
            </a:r>
          </a:p>
        </p:txBody>
      </p:sp>
      <p:sp>
        <p:nvSpPr>
          <p:cNvPr id="3" name="Content 2"/>
          <p:cNvSpPr/>
          <p:nvPr/>
        </p:nvSpPr>
        <p:spPr>
          <a:xfrm>
            <a:off x="685800" y="1828800"/>
            <a:ext cx="7772400" cy="3429000"/>
          </a:xfrm>
        </p:spPr>
        <p:txBody>
          <a:bodyPr/>
          <a:p>
            <a:r>
              <a:rPr lang="en-US"/>
              <a:t>Second slide body text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>
          <a:xfrm>
            <a:off x="685800" y="457200"/>
            <a:ext cx="7772400" cy="1143000"/>
          </a:xfrm>
        </p:spPr>
        <p:txBody>
          <a:bodyPr/>
          <a:p>
            <a:r>
              <a:rPr lang="en-US"/>
              <a:t>Next steps</a:t>
            </a:r>
          </a:p>
        </p:txBody>
      </p:sp>
      <p:sp>
        <p:nvSpPr>
          <p:cNvPr id="3" name="Content 2"/>
          <p:cNvSpPr/>
          <p:nvPr/>
        </p:nvSpPr>
        <p:spPr>
          <a:xfrm>
            <a:off x="685800" y="1828800"/>
            <a:ext cx="7772400" cy="3429000"/>
          </a:xfrm>
        </p:spPr>
        <p:txBody>
          <a:bodyPr/>
          <a:p>
            <a:r>
              <a:rPr lang="en-US"/>
              <a:t>A third slide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</a:clrScheme>
  </a:themeElements>
</a:theme>
</file>

<file path=docProps/app.xml><?xml version="1.0" encoding="utf-8"?>
<Properties xmlns="http://schemas.openxmlformats.org/officeDocument/2006/extended-properties">
  <Application>Microsoft Office PowerPoint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Sample presentation</dc:title>
  <dc:creator>OOXML Toolkit</dc:creator>
  <dcterms:created xsi:type="dcterms:W3CDTF">2024-01-15T10:30:00Z</dcterms:created>
  <dcterms:modified xsi:type="dcterms:W3CDTF">2024-01-15T10:30:00Z</dcterms:modified>
</cp:coreProperties>
</file>